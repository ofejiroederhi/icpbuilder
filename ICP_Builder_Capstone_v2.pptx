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90E0EF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6576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LUNIM INTERN CAPSTONE  ·  APRIL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ICP Builder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AI-powered tool that turns structured inputs into a complete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Customer Profile — in minutes.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by Ofejiro Ederhi  ·  Wednesday 15 April 2026  ·  icprof.netlify.app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41732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91440" cy="14173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an Ideal Customer Profile is time-consuming and open-ended.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marketing teams delay it, do it inconsistently, or produce something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never gets referenced again — leaving campaigns built on assumptions.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2651760" cy="2057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788920"/>
            <a:ext cx="265176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9" name="Text 7"/>
          <p:cNvSpPr/>
          <p:nvPr/>
        </p:nvSpPr>
        <p:spPr>
          <a:xfrm>
            <a:off x="365760" y="29260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Time-Consuming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Done manually, a solid ICP takes hours of research and synthesis.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788920"/>
            <a:ext cx="2651760" cy="2057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788920"/>
            <a:ext cx="265176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3200400" y="29260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0" y="34930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Done Inconsistently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913632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standard format means every team member does it differently.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788920"/>
            <a:ext cx="2651760" cy="20574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788920"/>
            <a:ext cx="265176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9" name="Text 17"/>
          <p:cNvSpPr/>
          <p:nvPr/>
        </p:nvSpPr>
        <p:spPr>
          <a:xfrm>
            <a:off x="6035040" y="29260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34930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Never Referenced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913632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when built, ICPs sit in folders and never guide real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90E0EF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120"/>
          </a:solidFill>
        </p:spPr>
      </p:sp>
      <p:sp>
        <p:nvSpPr>
          <p:cNvPr id="5" name="Text 3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I BUILT 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78992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73152" cy="107899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8" name="Text 6"/>
          <p:cNvSpPr/>
          <p:nvPr/>
        </p:nvSpPr>
        <p:spPr>
          <a:xfrm>
            <a:off x="548640" y="1216152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ICP is the most skipped step in marketing planning — yet every campaign decision traces back to it. I wanted to fix that gap with something real and reusable.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1078992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04872"/>
            <a:ext cx="73152" cy="107899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2" name="Text 10"/>
          <p:cNvSpPr/>
          <p:nvPr/>
        </p:nvSpPr>
        <p:spPr>
          <a:xfrm>
            <a:off x="548640" y="247802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542032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teams have the knowledge to build a great ICP — they just lack the structure and time to do it well. A guided tool removes both barriers at once.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8412480" cy="1078992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66744"/>
            <a:ext cx="73152" cy="107899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6" name="Text 14"/>
          <p:cNvSpPr/>
          <p:nvPr/>
        </p:nvSpPr>
        <p:spPr>
          <a:xfrm>
            <a:off x="548640" y="373989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803904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 developer working alongside marketers, I wanted to build something that immediately adds value to the people I am working with — not a tool for developers, but one built by 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ICP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web-based AI tool that guides a user through structured questions about their target market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uses AI to synthesise the answers into a clean, professionally formatted Customer Profile,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to use immediately.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2697480" cy="5943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7" name="Text 5"/>
          <p:cNvSpPr/>
          <p:nvPr/>
        </p:nvSpPr>
        <p:spPr>
          <a:xfrm>
            <a:off x="365760" y="3291840"/>
            <a:ext cx="2697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guided input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3291840"/>
            <a:ext cx="2697480" cy="5943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9" name="Text 7"/>
          <p:cNvSpPr/>
          <p:nvPr/>
        </p:nvSpPr>
        <p:spPr>
          <a:xfrm>
            <a:off x="3246120" y="3291840"/>
            <a:ext cx="2697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AI call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291840"/>
            <a:ext cx="2697480" cy="59436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1" name="Text 9"/>
          <p:cNvSpPr/>
          <p:nvPr/>
        </p:nvSpPr>
        <p:spPr>
          <a:xfrm>
            <a:off x="6126480" y="3291840"/>
            <a:ext cx="2697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formatted ICP document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at: icprof.netlify.app  ·  Code: github.com/ofejiroederhi/icpbuilder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120"/>
          </a:solidFill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320040" y="13258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User 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42316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answers structured questions about their target customer — industry, role, pain points, goals, buying triggers, objections, and channels.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3566160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9748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2" name="Text 10"/>
          <p:cNvSpPr/>
          <p:nvPr/>
        </p:nvSpPr>
        <p:spPr>
          <a:xfrm>
            <a:off x="3200400" y="13258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Synthesis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42316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are packaged into a single structured prompt and sent to the AI API in one call. The model synthesises raw inputs into professional narrative.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237744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97480" cy="3566160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43000"/>
            <a:ext cx="269748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8" name="Text 16"/>
          <p:cNvSpPr/>
          <p:nvPr/>
        </p:nvSpPr>
        <p:spPr>
          <a:xfrm>
            <a:off x="6080760" y="13258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ICP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560320"/>
            <a:ext cx="242316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complete, formatted ICP document is rendered — Role Overview, Goals, Pain Points, Buying Triggers, Objections, Channels, and a Summary Statement.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I USED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73736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 the Core Engine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user submission is sent to the OpenAI API, which synthesises the structured inputs into a professionally formatted ICP document — AI is not a feature, it is the product.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6052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73736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0" name="Text 8"/>
          <p:cNvSpPr/>
          <p:nvPr/>
        </p:nvSpPr>
        <p:spPr>
          <a:xfrm>
            <a:off x="4937760" y="123444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 a Prompt Design Partner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AI iteratively to design, test, and refine the system prompt until the output was consistently structured, readable, and genuinely useful — not just technically correct.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6052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73152" cy="173736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502920" y="315468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 a Development Aid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AI assistance throughout the build process to accelerate decisions on architecture, serverless function setup, and error handling — treating it as a senior collaborator, not a shortcut.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6052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73736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8" name="Text 16"/>
          <p:cNvSpPr/>
          <p:nvPr/>
        </p:nvSpPr>
        <p:spPr>
          <a:xfrm>
            <a:off x="4937760" y="315468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As a Testing Tool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diverse test inputs using AI to simulate different industries, roles, and customer types — ensuring the tool produced strong outputs across varied use cases, not just the happy path.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120"/>
          </a:solidFill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BUILD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3566160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02336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(Create React App)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Styling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28600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74320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Netlify Serverless Functions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20040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65760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Netlify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11480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4160520" cy="3566160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43000"/>
            <a:ext cx="4160520" cy="7315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2" name="Text 20"/>
          <p:cNvSpPr/>
          <p:nvPr/>
        </p:nvSpPr>
        <p:spPr>
          <a:xfrm>
            <a:off x="4800600" y="12801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Decisions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187452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 kept server-side — never exposed to the frontend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532888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AI call per submission — no chaining or multi-step calls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191256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Netlify Functions act as a secure proxy between the UI and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849624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engineered to return a clean, section-by-section ICP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IT PRODUCES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411480" y="12527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Role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this person is, their seniority, responsibilities, and context within their organisation.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9748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0" name="Text 8"/>
          <p:cNvSpPr/>
          <p:nvPr/>
        </p:nvSpPr>
        <p:spPr>
          <a:xfrm>
            <a:off x="3291840" y="12527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Goals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they are working towards professionally and what success looks like for them.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9748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4300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6172200" y="12527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Nuanced breakdown of their frustrations and blockers — written with depth, not bullet points.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69748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8" name="Text 16"/>
          <p:cNvSpPr/>
          <p:nvPr/>
        </p:nvSpPr>
        <p:spPr>
          <a:xfrm>
            <a:off x="411480" y="30815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Buying Triggers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conditions and moments that would make them open and receptive to a new solution.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9748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2" name="Text 20"/>
          <p:cNvSpPr/>
          <p:nvPr/>
        </p:nvSpPr>
        <p:spPr>
          <a:xfrm>
            <a:off x="3291840" y="30815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Their likely hesitations and pushback, written from their own perspective.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971800"/>
            <a:ext cx="269748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7180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6" name="Text 24"/>
          <p:cNvSpPr/>
          <p:nvPr/>
        </p:nvSpPr>
        <p:spPr>
          <a:xfrm>
            <a:off x="6172200" y="3081528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Preferred Channels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4747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they are best reached and how they prefer to consume information.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Summary Statement — a single, compelling paragraph capturing the full customer picture in one read.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90E0EF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120"/>
          </a:solidFill>
        </p:spPr>
      </p:sp>
      <p:sp>
        <p:nvSpPr>
          <p:cNvPr id="5" name="Text 3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2 THINGS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Given another 48 hours, here is what gets built next: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8503920" cy="1389888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37360"/>
            <a:ext cx="73152" cy="138988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9" name="Text 7"/>
          <p:cNvSpPr/>
          <p:nvPr/>
        </p:nvSpPr>
        <p:spPr>
          <a:xfrm>
            <a:off x="502920" y="18288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1847088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PDF Export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304288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users to download their generated ICP as a formatted PDF — ready to share with a team, attach to a campaign brief, or present to leadership. The output already exists; it just needs a download button.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37560"/>
            <a:ext cx="8503920" cy="1389888"/>
          </a:xfrm>
          <a:prstGeom prst="rect">
            <a:avLst/>
          </a:prstGeom>
          <a:solidFill>
            <a:srgbClr val="0A2540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337560"/>
            <a:ext cx="73152" cy="138988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502920" y="34290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4440" y="3447288"/>
            <a:ext cx="7132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Save &amp; History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04488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previously generated ICPs so teams can revisit, compare, and refine profiles over time. Right now every session starts fresh — persistent history turns the tool from a one-time generator into a living 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90E0EF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ICP Builder is live, tested, and ready to use.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4572000" cy="777240"/>
          </a:xfrm>
          <a:prstGeom prst="rect">
            <a:avLst/>
          </a:prstGeom>
          <a:solidFill>
            <a:srgbClr val="00B4D8">
              <a:alpha val="8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286000" y="342900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Tool: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icprof.netlify.app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7673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github.com/ofejiroederhi/icpbuilder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Ofejiro Ederhi  ·  Lunim Intern Capstone  ·  15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4692</Words>
  <Application>WPS Presentation</Application>
  <PresentationFormat>On-screen Show (16:9)</PresentationFormat>
  <Paragraphs>197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ICP Builder — Capstone Presentation</dc:title>
  <dc:creator>PptxGenJS</dc:creator>
  <dc:subject>PptxGenJS Presentation</dc:subject>
  <cp:lastModifiedBy>ofeji</cp:lastModifiedBy>
  <cp:revision>2</cp:revision>
  <dcterms:created xsi:type="dcterms:W3CDTF">2026-04-15T09:07:00Z</dcterms:created>
  <dcterms:modified xsi:type="dcterms:W3CDTF">2026-04-15T10:02:40Z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B9F8DF6018B74D18B7DB2B4FC631E129_12</vt:lpwstr>
  </property>
  <property fmtid="{D5CDD505-2E9C-101B-9397-08002B2CF9AE}" pid="3" name="KSOProductBuildVer">
    <vt:lpwstr>1033-12.1.0.25242</vt:lpwstr>
  </property>
</Properties>
</file>